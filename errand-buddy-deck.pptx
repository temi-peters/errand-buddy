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474720"/>
            <a:ext cx="2103120" cy="210312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Errand Buddy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communities to trusted local runners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 Showcase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people, everyday errands are anything but simple.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83080"/>
            <a:ext cx="64008" cy="2651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&amp; less mobile residents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42316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runs, prescription pickups and dry cleaning become major obstacles without reliable transport or physical 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83080"/>
            <a:ext cx="64008" cy="2651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managing health conditions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242316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illness and recovery make leaving home difficult — yet essential tasks still pile 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783080"/>
            <a:ext cx="2651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783080"/>
            <a:ext cx="64008" cy="2651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874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Stretched carers &amp; families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242316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juggling work and care responsibilities often can't cover every errand, leading to unmet needs.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organisations are already doing this work — but manually, and at scale it doesn't hold up.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Errand Buddy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marketplace that connects local residents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 help with errands to vetted, reliable local runners.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560320" cy="233172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334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runners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runner is reviewed and approved before taking on bookings.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2468880"/>
            <a:ext cx="2560320" cy="233172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6334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booking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 in minutes — one-off tasks or weekly subscriptions.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2468880"/>
            <a:ext cx="2560320" cy="233172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3347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people and neighbourhoods that need it most.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34440" y="118872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20700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063240" y="1636776"/>
            <a:ext cx="457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377440"/>
            <a:ext cx="25603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selects a service, picks a date &amp; time, adds instructions and pays securely through the platform.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118872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20700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897880" y="1636776"/>
            <a:ext cx="457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2377440"/>
            <a:ext cx="25603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runner in the customer's area is assigned to the booking. Both parties are notified.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20700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5603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completes the errand and the customer confirms. The runner is paid. A review can be left.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Help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1234440"/>
            <a:ext cx="914400" cy="9144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14600" y="1234440"/>
            <a:ext cx="914400" cy="9144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30552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87952" y="1234440"/>
            <a:ext cx="914400" cy="9144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37160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03904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861304" y="1234440"/>
            <a:ext cx="914400" cy="9144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37160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77256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34656" y="1234440"/>
            <a:ext cx="914400" cy="9144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37160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50608" y="2331720"/>
            <a:ext cx="1673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" name="Text 13"/>
          <p:cNvSpPr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available as: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3192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5840" y="3913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tasks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005840" y="4279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errand — great for occasional needs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931920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20640" y="3913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subscriptions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120640" y="4279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weekly booking — ideal for ongoing support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Sides of the Community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374904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who need support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402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221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residents living independently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072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disabilities or chronic illness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741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Carers and busy families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410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values their time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892040" y="1143000"/>
            <a:ext cx="3931920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0"/>
          <p:cNvSpPr/>
          <p:nvPr/>
        </p:nvSpPr>
        <p:spPr>
          <a:xfrm>
            <a:off x="507492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07492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who want to earn locally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24028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3248" y="2221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local income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80720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1324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and approved before going live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374136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13248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their area and availability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94106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13248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customers after each job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17"/>
          <p:cNvSpPr/>
          <p:nvPr/>
        </p:nvSpPr>
        <p:spPr>
          <a:xfrm>
            <a:off x="4160520" y="2532888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Work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here to replace what you do — we want to extend your reach.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64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residents who need support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people you work with — elderly clients, care recipients — to book services through the platform. No admin overhead for you.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74320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163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Subsidise errands for vulnerable residents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Councils or charities can fund bookings for residents who need support but can't afford to pay. We handle the logistics.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79476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679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local runner opportunities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to promote runner sign-ups in your area — giving local people a flexible, community-embedded way to earn.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Today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79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MVP built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481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frontend, Node/Express backend, PostgreSQL database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 end-to-end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60120" y="2103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book, runners can accept and manage jobs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0592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60120" y="27249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vetting, approval, and platform oversight tools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2384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044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architecture in place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60120" y="33467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Connect-ready — test mode, not live yet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94176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666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runners onboarded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960120" y="3968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community partners to help us identify early runners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596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4288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local residents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960120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an org or council willing to co-pilot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5486400" cy="5486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here to validate — not sell.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29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address a gap you currently see in your community?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883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would benefit most from this in the areas you serve?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467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confident referring residents to a platform like this?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05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appetite for a subsidised pilot programme?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errandbuddy.app  ·  hello@errandbuddy.app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Errand Buddy — Community Showcase</dc:title>
  <dc:subject>PptxGenJS Presentation</dc:subject>
  <dc:creator>PptxGenJS</dc:creator>
  <cp:lastModifiedBy>PptxGenJS</cp:lastModifiedBy>
  <cp:revision>1</cp:revision>
  <dcterms:created xsi:type="dcterms:W3CDTF">2026-05-22T12:32:25Z</dcterms:created>
  <dcterms:modified xsi:type="dcterms:W3CDTF">2026-05-22T12:32:25Z</dcterms:modified>
</cp:coreProperties>
</file>